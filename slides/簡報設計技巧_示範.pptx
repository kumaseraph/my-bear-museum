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3175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1905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5303520"/>
            <a:ext cx="1280160" cy="128016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5669280"/>
            <a:ext cx="731520" cy="73152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5029200"/>
            <a:ext cx="365760" cy="3657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F4F24"/>
                </a:solidFill>
              </a:defRPr>
            </a:pPr>
            <a:r>
              <a:t>新北市政府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7F4F24"/>
                </a:solidFill>
              </a:defRPr>
            </a:pPr>
            <a:r>
              <a:t>115年員額評鑑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26769"/>
                </a:solidFill>
              </a:defRPr>
            </a:pPr>
            <a:r>
              <a:t>行前會議簡報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669280"/>
            <a:ext cx="4876495" cy="3175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5779008"/>
            <a:ext cx="4876495" cy="1905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548640"/>
            <a:ext cx="1097280" cy="109728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0" y="914400"/>
            <a:ext cx="548640" cy="5486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0" y="457200"/>
            <a:ext cx="320040" cy="32004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F4F24"/>
                </a:solidFill>
              </a:defRPr>
            </a:pPr>
            <a:r>
              <a:t>議程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286000" cy="381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4F24"/>
                </a:solidFill>
              </a:defRPr>
            </a:pPr>
            <a: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50839853920"/>
            <a:ext cx="38100" cy="41148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7720" y="1783080"/>
            <a:ext cx="320040" cy="3200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920240"/>
            <a:ext cx="457200" cy="127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1645920"/>
            <a:ext cx="594360" cy="5943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7556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F4F24"/>
                </a:solidFill>
              </a:defRPr>
            </a:pPr>
            <a:r>
              <a:t>報告事項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業務推動情形及重要成果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2834640"/>
            <a:ext cx="320040" cy="3200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71800"/>
            <a:ext cx="457200" cy="127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2697480"/>
            <a:ext cx="594360" cy="5943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807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F4F24"/>
                </a:solidFill>
              </a:defRPr>
            </a:pPr>
            <a:r>
              <a:t>工作檢核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依管考系統列管案件檢視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3886199"/>
            <a:ext cx="320040" cy="3200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4023359"/>
            <a:ext cx="457200" cy="127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0" y="3749039"/>
            <a:ext cx="594360" cy="5943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85876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F4F24"/>
                </a:solidFill>
              </a:defRPr>
            </a:pPr>
            <a:r>
              <a:t>專案報告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行政處執行成效報告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4937760"/>
            <a:ext cx="320040" cy="3200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5074920"/>
            <a:ext cx="457200" cy="127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0" y="4800600"/>
            <a:ext cx="594360" cy="5943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910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F4F24"/>
                </a:solidFill>
              </a:defRPr>
            </a:pPr>
            <a:r>
              <a:t>臨時動議</a:t>
            </a:r>
          </a:p>
        </p:txBody>
      </p:sp>
      <p:sp>
        <p:nvSpPr>
          <p:cNvPr id="31" name="Oval 30"/>
          <p:cNvSpPr/>
          <p:nvPr/>
        </p:nvSpPr>
        <p:spPr>
          <a:xfrm>
            <a:off x="10241280" y="5029200"/>
            <a:ext cx="1463040" cy="14630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0" y="5394960"/>
            <a:ext cx="731520" cy="731520"/>
          </a:xfrm>
          <a:prstGeom prst="ellipse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F4F24"/>
                </a:solidFill>
              </a:defRPr>
            </a:pPr>
            <a:r>
              <a:t>報告事項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業務推動情形及重要成果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2148840"/>
            <a:ext cx="2286000" cy="228600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377440"/>
            <a:ext cx="1828800" cy="1828800"/>
          </a:xfrm>
          <a:prstGeom prst="ellipse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48840" y="2788920"/>
            <a:ext cx="1005840" cy="10058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971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8F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26769"/>
                </a:solidFill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4F24"/>
                </a:solidFill>
              </a:defRPr>
            </a:pPr>
            <a:r>
              <a:t>業務推動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22C"/>
                </a:solidFill>
              </a:defRPr>
            </a:pPr>
            <a:r>
              <a:t>依計畫時程</a:t>
            </a:r>
            <a:br/>
            <a:r>
              <a:t>如期執行中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26769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148840"/>
            <a:ext cx="2286000" cy="228600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2377440"/>
            <a:ext cx="1828800" cy="1828800"/>
          </a:xfrm>
          <a:prstGeom prst="ellipse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15000" y="2788920"/>
            <a:ext cx="1005840" cy="10058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971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8F0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26769"/>
                </a:solidFill>
              </a:defRPr>
            </a:pPr>
            <a: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4F24"/>
                </a:solidFill>
              </a:defRPr>
            </a:pPr>
            <a:r>
              <a:t>成果展現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22C"/>
                </a:solidFill>
              </a:defRPr>
            </a:pPr>
            <a:r>
              <a:t>重要成果</a:t>
            </a:r>
            <a:br/>
            <a:r>
              <a:t>持續累積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26769"/>
                </a:solidFill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2148840"/>
            <a:ext cx="2286000" cy="228600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0" y="2377440"/>
            <a:ext cx="1828800" cy="1828800"/>
          </a:xfrm>
          <a:prstGeom prst="ellipse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1160" y="2788920"/>
            <a:ext cx="1005840" cy="10058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9718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8F0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26769"/>
                </a:solidFill>
              </a:defRPr>
            </a:pPr>
            <a: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4F24"/>
                </a:solidFill>
              </a:defRPr>
            </a:pPr>
            <a:r>
              <a:t>管考追蹤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22C"/>
                </a:solidFill>
              </a:defRPr>
            </a:pPr>
            <a:r>
              <a:t>按月檢視</a:t>
            </a:r>
            <a:br/>
            <a:r>
              <a:t>落後管催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943600"/>
            <a:ext cx="10362895" cy="254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F4F24"/>
                </a:solidFill>
              </a:defRPr>
            </a:pPr>
            <a:r>
              <a:t>執行成效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286000" cy="381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依管考系統列管案件</a:t>
            </a:r>
            <a:br/>
            <a:r>
              <a:t>逐月追蹤執行進度</a:t>
            </a:r>
            <a:br/>
            <a:r>
              <a:t>落實行政效能提升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7315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960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22C"/>
                </a:solidFill>
              </a:defRPr>
            </a:pPr>
            <a:r>
              <a:t>管考案件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868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26769"/>
                </a:solidFill>
              </a:defRPr>
            </a:pPr>
            <a:r>
              <a:t>+3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22C"/>
                </a:solidFill>
              </a:defRPr>
            </a:pPr>
            <a:r>
              <a:t>已完成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240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26769"/>
                </a:solidFill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22C"/>
                </a:solidFill>
              </a:defRPr>
            </a:pPr>
            <a:r>
              <a:t>執行中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611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26769"/>
                </a:solidFill>
              </a:defRPr>
            </a:pPr>
            <a: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5303520" y="1645920"/>
            <a:ext cx="3200400" cy="320040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77840" y="1920240"/>
            <a:ext cx="2651760" cy="2651760"/>
          </a:xfrm>
          <a:prstGeom prst="ellipse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2286000"/>
            <a:ext cx="1920240" cy="19202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7432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8F0"/>
                </a:solidFill>
              </a:defRPr>
            </a:pPr>
            <a: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8F0"/>
                </a:solidFill>
              </a:defRPr>
            </a:pPr>
            <a:r>
              <a:t>達成率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4F24"/>
                </a:solidFill>
              </a:defRPr>
            </a:pPr>
            <a:r>
              <a:t>本月重點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286000"/>
            <a:ext cx="1828800" cy="254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0" y="2651760"/>
            <a:ext cx="182880" cy="18288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已完成 8 件管考案件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0" y="3200400"/>
            <a:ext cx="182880" cy="18288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執行中 4 件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0" y="3749040"/>
            <a:ext cx="182880" cy="18288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落後 0 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943600"/>
            <a:ext cx="7619695" cy="254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F4F24"/>
                </a:solidFill>
              </a:defRPr>
            </a:pPr>
            <a:r>
              <a:t>工作檢核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依管考系統列管案件檢視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2895" cy="640080"/>
          </a:xfrm>
          <a:prstGeom prst="rect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項次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檢核項目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狀態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說明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0362895" cy="777240"/>
          </a:xfrm>
          <a:prstGeom prst="rect">
            <a:avLst/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2468880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532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4F24"/>
                </a:solidFill>
              </a:defRPr>
            </a:pPr>
            <a:r>
              <a:t>每月管考會議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496312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已完成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按時召開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00400"/>
            <a:ext cx="10362895" cy="77724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3337560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4F24"/>
                </a:solidFill>
              </a:defRPr>
            </a:pPr>
            <a:r>
              <a:t>落後案件追蹤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364992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429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進行中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持續管催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69079"/>
            <a:ext cx="10362895" cy="777240"/>
          </a:xfrm>
          <a:prstGeom prst="rect">
            <a:avLst/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80160" y="4206239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27024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2519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4F24"/>
                </a:solidFill>
              </a:defRPr>
            </a:pPr>
            <a:r>
              <a:t>成果報告產出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4233671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42976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已完成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2519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品質良好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937759"/>
            <a:ext cx="10362895" cy="77724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5074919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513892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20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4F24"/>
                </a:solidFill>
              </a:defRPr>
            </a:pPr>
            <a:r>
              <a:t>風險預警機制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5102351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51663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8F0"/>
                </a:solidFill>
              </a:defRPr>
            </a:pPr>
            <a:r>
              <a:t>已完成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120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22C"/>
                </a:solidFill>
              </a:defRPr>
            </a:pPr>
            <a:r>
              <a:t>持續優化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F4F24"/>
                </a:solidFill>
              </a:defRPr>
            </a:pPr>
            <a:r>
              <a:t>專案報告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286000" cy="3810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22C"/>
                </a:solidFill>
              </a:defRPr>
            </a:pPr>
            <a:r>
              <a:t>行政處執行成效報告</a:t>
            </a:r>
            <a:br/>
            <a:br/>
            <a:r>
              <a:t>依管考系統追蹤</a:t>
            </a:r>
            <a:br/>
            <a:r>
              <a:t>各項業務執行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1371600"/>
            <a:ext cx="1280160" cy="12801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F0"/>
                </a:solidFill>
              </a:defRPr>
            </a:pPr>
            <a:r>
              <a:t>局長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2651760"/>
            <a:ext cx="38100" cy="548640"/>
          </a:xfrm>
          <a:prstGeom prst="rect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3200400"/>
            <a:ext cx="38100" cy="3840480"/>
          </a:xfrm>
          <a:prstGeom prst="rect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0" y="3200400"/>
            <a:ext cx="1097280" cy="109728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926477764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副局長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875077200" y="4297680"/>
            <a:ext cx="31750" cy="457200"/>
          </a:xfrm>
          <a:prstGeom prst="rect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3200400"/>
            <a:ext cx="1097280" cy="109728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926477764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主任秘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878551920" y="4297680"/>
            <a:ext cx="31750" cy="457200"/>
          </a:xfrm>
          <a:prstGeom prst="rect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47548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2542385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F4F24"/>
                </a:solidFill>
              </a:defRPr>
            </a:pPr>
            <a:r>
              <a:t>計畫科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542385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F4F24"/>
                </a:solidFill>
              </a:defRPr>
            </a:pPr>
            <a:r>
              <a:t>管考科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75488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2542385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F4F24"/>
                </a:solidFill>
              </a:defRPr>
            </a:pPr>
            <a:r>
              <a:t>執行科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2895" cy="3175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841248"/>
            <a:ext cx="10362895" cy="1905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F4F24"/>
                </a:solidFill>
              </a:defRPr>
            </a:pPr>
            <a:r>
              <a:t>結語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560320"/>
            <a:ext cx="6705295" cy="68580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0" y="2670048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7249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業務推動依計畫時程執行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383279"/>
            <a:ext cx="6705295" cy="68580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3493007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35661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54787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管考追蹤系統運作順暢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206240"/>
            <a:ext cx="6705295" cy="68580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0" y="4315968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4389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3708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落後案件持續管催改善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029200"/>
            <a:ext cx="6705295" cy="685800"/>
          </a:xfrm>
          <a:prstGeom prst="roundRect">
            <a:avLst>
              <a:gd name="adj" fmla="val 10000"/>
            </a:avLst>
          </a:prstGeom>
          <a:solidFill>
            <a:srgbClr val="F5ED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0" y="5138928"/>
            <a:ext cx="457200" cy="45720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5212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8F0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193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22C"/>
                </a:solidFill>
              </a:defRPr>
            </a:pPr>
            <a:r>
              <a:t>行政效能持續提升優化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5669280"/>
            <a:ext cx="4876495" cy="3175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5779008"/>
            <a:ext cx="4876495" cy="1905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640080"/>
            <a:ext cx="548640" cy="54864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303520"/>
            <a:ext cx="1463040" cy="1463040"/>
          </a:xfrm>
          <a:prstGeom prst="ellipse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5669280"/>
            <a:ext cx="731520" cy="731520"/>
          </a:xfrm>
          <a:prstGeom prst="ellipse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0" y="5943600"/>
            <a:ext cx="365760" cy="365760"/>
          </a:xfrm>
          <a:prstGeom prst="ellipse">
            <a:avLst/>
          </a:prstGeom>
          <a:solidFill>
            <a:srgbClr val="7F4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7F4F24"/>
                </a:solidFill>
              </a:defRPr>
            </a:pPr>
            <a:r>
              <a:t>感謝聆聽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114800"/>
            <a:ext cx="4876495" cy="31750"/>
          </a:xfrm>
          <a:prstGeom prst="rect">
            <a:avLst/>
          </a:prstGeom>
          <a:solidFill>
            <a:srgbClr val="A267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4224528"/>
            <a:ext cx="4876495" cy="19050"/>
          </a:xfrm>
          <a:prstGeom prst="rect">
            <a:avLst/>
          </a:prstGeom>
          <a:solidFill>
            <a:srgbClr val="D4C4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A322C"/>
                </a:solidFill>
              </a:defRPr>
            </a:pPr>
            <a:r>
              <a:t>新北市政府人事處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