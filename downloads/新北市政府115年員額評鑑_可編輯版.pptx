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6258032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8032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8032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0" y="1554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320"/>
                </a:solidFill>
              </a:rPr>
              <a:t>委員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320"/>
                </a:solidFill>
              </a:rPr>
              <a:t>上午：體育局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320"/>
                </a:solidFill>
              </a:rPr>
              <a:t>下午：動保處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8032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8032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1216152"/>
            <a:ext cx="12316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C3320"/>
                </a:solidFill>
              </a:rPr>
              <a:t>掌握機關運作現況，提出具體措施，以優化人力與業務運作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4572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C3320"/>
                </a:solidFill>
              </a:rPr>
              <a:t>組織面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