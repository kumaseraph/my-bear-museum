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625803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803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803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803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8032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