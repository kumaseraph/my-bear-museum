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8B5A2B"/>
                </a:solidFill>
              </a:defRPr>
            </a:pPr>
            <a:r>
              <a:t>新北市政府 115年員額評鑑 行前會議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D853F"/>
                </a:solidFill>
              </a:defRPr>
            </a:pPr>
            <a:r>
              <a:t>體育局及動物保護防疫處 實地評鑑行動藍圖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Date：115年6月18日（星期四）08:20</a:t>
            </a: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Location：市府行政大樓 27樓東側 2701會議室</a:t>
            </a: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Chairperson：黃德清 參事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1828800" cy="5080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8B5A2B"/>
                </a:solidFill>
              </a:defRPr>
            </a:pPr>
            <a:r>
              <a:t>評鑑戰略價值鏈：從診斷到控管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階段一：現狀診斷</a:t>
            </a: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  • 實地了解機關各面向運作狀況</a:t>
            </a: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  • 發掘現行編制與實際業務之落差</a:t>
            </a: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階段二：具體改善</a:t>
            </a: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  • 針對機關內部人力問題</a:t>
            </a: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  • 提出具體、可執行的改善措施與解方</a:t>
            </a: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階段三：戰略目標</a:t>
            </a: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  • 作為市府各機關「人力運用控管」之核心決策參據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828800" cy="5080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8B5A2B"/>
                </a:solidFill>
              </a:defRPr>
            </a:pPr>
            <a:r>
              <a:t>六大評鑑核心維度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D853F"/>
                </a:solidFill>
              </a:defRPr>
            </a:pPr>
            <a:r>
              <a:t>115年 體育局 / 動保處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組織面：檢視組織架構與層級合理性</a:t>
            </a: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業務面：盤點核心業務負擔與資源配置</a:t>
            </a: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人力面：評估現有人員運用效能</a:t>
            </a: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財務面：檢驗經費運用與人力成本效益</a:t>
            </a: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工作方法與流程面：探討行政效率與流程簡化空間</a:t>
            </a: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其他 / 多元人力運用：檢視非正式人力及委外業務之運用狀況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1828800" cy="5080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8B5A2B"/>
                </a:solidFill>
              </a:defRPr>
            </a:pPr>
            <a:r>
              <a:t>115年 核心評鑑小組陣容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【召集人】</a:t>
            </a: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黃德清｜新北市政府 參事</a:t>
            </a: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【專家學者】</a:t>
            </a: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呂育誠 教授 — 國立臺北大學 公共行政暨政策學系（全日參與）</a:t>
            </a: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葉公鼎 教授 — 國立體育大學 休閒產業經營學系【僅參與上午 體育局】</a:t>
            </a: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吳宗憲 教授 — 國立臺南大學 行政管理學系【僅參與下午 動保處】</a:t>
            </a: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【府內委員】</a:t>
            </a: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王世英 — 財政局 專門委員</a:t>
            </a: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邱淑美 — 主計處 專門委員</a:t>
            </a: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王瑞玲 — 研究發展考核委員會 專門委員</a:t>
            </a: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洪久雅 — 人事處 副處長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828800" cy="5080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8B5A2B"/>
                </a:solidFill>
              </a:defRPr>
            </a:pPr>
            <a:r>
              <a:t>6月18日 行動總覽全景圖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【體育局】</a:t>
            </a: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08:50 B2 司機休息室集合出發（人事處派車）</a:t>
            </a: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09:00-09:10 1樓簡報室｜長官致詞與流程說明</a:t>
            </a: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09:10-09:30 業務簡報與座談</a:t>
            </a: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09:30-11:30 實地個別訪談（分3組進行）</a:t>
            </a: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11:30-12:00 相互學習與結語</a:t>
            </a: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【動保處】</a:t>
            </a: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13:20 B2 司機休息室集合出發</a:t>
            </a: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13:30-13:40 3樓會議室｜長官致詞與流程說明</a:t>
            </a: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13:40-14:00 業務簡報與座談</a:t>
            </a: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14:00-16:00 實地個別訪談（分3組進行）</a:t>
            </a: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16:00-16:30 相互學習與結語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828800" cy="5080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8B5A2B"/>
                </a:solidFill>
              </a:defRPr>
            </a:pPr>
            <a:r>
              <a:t>委員任務部署矩陣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AM（體育局）</a:t>
            </a: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第1組：組長-呂育誠 教授、委員-王世英 專委、工作小組-唐薇窕 科長</a:t>
            </a: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第2組：組長-葉公鼎 教授、委員-邱淑美 專委、工作小組-葉孟倫 股長</a:t>
            </a: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第3組：組長-洪久雅 副處長、委員-王瑞玲 專委、工作小組-洪舒菁 科員</a:t>
            </a: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PM（動保處）</a:t>
            </a: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第1組：組長-呂育誠 教授、委員-王世英 專委、工作小組-蔡孟倫 股長</a:t>
            </a: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第2組：組長-吳宗憲 教授、委員-邱淑美 專委、工作小組-陳琳蒂 股長</a:t>
            </a: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第3組：組長-洪久雅 副處長、委員-王瑞玲 專委、工作小組-馮于宣 科員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828800" cy="5080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8B5A2B"/>
                </a:solidFill>
              </a:defRPr>
            </a:pPr>
            <a:r>
              <a:t>實地訪談取樣法則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【漏斗圖】</a:t>
            </a: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1. Pool：受評機關全體員工</a:t>
            </a: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2. Filters：辦理核心業務、服務年資滿3年以上</a:t>
            </a: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3. Output：每組7-8位員工（由各組於評鑑當日簡報後選定）</a:t>
            </a: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【執行參數】</a:t>
            </a: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節奏：每人15分鐘為原則</a:t>
            </a: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工具：依據受評報告、當日發現問題及人事處參考題目發問</a:t>
            </a: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控管：由各組組長(教授/副處長)嚴格掌握時間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828800" cy="5080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8B5A2B"/>
                </a:solidFill>
              </a:defRPr>
            </a:pPr>
            <a:r>
              <a:t>從洞察到決策：知識提煉閉環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【輸入來源】</a:t>
            </a: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1. 受評機關書面報告（預計5月上旬提供，請先行研讀）</a:t>
            </a: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2. 業務簡報當下發現之疑義（隨時提問並作筆記）</a:t>
            </a: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3. 15分鐘深度個別訪談（摘要記錄真實回饋）</a:t>
            </a: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【處理】</a:t>
            </a: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統整六大維度發現，與受評機關代表進行最終意見交流</a:t>
            </a: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【輸出】</a:t>
            </a: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員額評鑑意見表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828800" cy="5080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8B5A2B"/>
                </a:solidFill>
              </a:defRPr>
            </a:pPr>
            <a:r>
              <a:t>關鍵行動清單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5月11日（一）前</a:t>
            </a: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行程與名單修正建議</a:t>
            </a: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若對行程表或訪談分組有任何建議，請於此日期前回覆人事處</a:t>
            </a: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6月18日（四）評鑑當日</a:t>
            </a: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攜帶紙本資料與會</a:t>
            </a: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請自行攜帶會議資料及受評機關書面報告。會議現場不另發紙本</a:t>
            </a: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6月25日（五）前</a:t>
            </a: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繳交最終意見表</a:t>
            </a:r>
          </a:p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完成「員額評鑑意見表」填寫，並擲送人事處人力科蔡孟倫股長（AN2585@ntpc.gov.tw）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828800" cy="5080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8B5A2B"/>
                </a:solidFill>
              </a:defRPr>
            </a:pPr>
            <a:r>
              <a:t>相互學習與討論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D853F"/>
                </a:solidFill>
              </a:defRPr>
            </a:pPr>
            <a:r>
              <a:t>針對評鑑內容、行程安排及相關事項交流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654321"/>
                </a:solidFill>
              </a:defRPr>
            </a:pPr>
            <a:r>
              <a:t>精準除錯，共同優化新北市政府人力結構與效能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1828800" cy="5080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