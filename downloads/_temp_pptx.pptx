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25803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8032" cy="914400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E8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645920" cy="1645920"/>
          </a:xfrm>
          <a:prstGeom prst="roundRect">
            <a:avLst>
              <a:gd name="adj" fmla="val 5000"/>
            </a:avLst>
          </a:prstGeom>
          <a:solidFill>
            <a:srgbClr val="D2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09728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C8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457200"/>
            <a:ext cx="7132320" cy="822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2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0" y="1645920"/>
            <a:ext cx="4023360" cy="4023360"/>
          </a:xfrm>
          <a:prstGeom prst="roundRect">
            <a:avLst>
              <a:gd name="adj" fmla="val 30000"/>
            </a:avLst>
          </a:prstGeom>
          <a:solidFill>
            <a:srgbClr val="F5EBE0"/>
          </a:solidFill>
          <a:ln w="19050">
            <a:solidFill>
              <a:srgbClr val="D2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6217920"/>
            <a:ext cx="1371600" cy="1371600"/>
          </a:xfrm>
          <a:prstGeom prst="rect">
            <a:avLst/>
          </a:prstGeom>
          <a:solidFill>
            <a:srgbClr val="E8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527280" y="6858000"/>
            <a:ext cx="731520" cy="73152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41680" y="6309360"/>
            <a:ext cx="548640" cy="54864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C3320"/>
                </a:solidFill>
                <a:latin typeface="Microsoft JhengHei"/>
              </a:rPr>
              <a:t>新北市政府115年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3320"/>
                </a:solidFill>
                <a:latin typeface="Microsoft JhengHei"/>
              </a:rPr>
              <a:t>辦理體育局及動物保護防疫處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8B5E3C"/>
                </a:solidFill>
                <a:latin typeface="Microsoft JhengHei"/>
              </a:rPr>
              <a:t>員額評鑑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5C3320"/>
                </a:solidFill>
                <a:latin typeface="Microsoft JhengHei"/>
              </a:rPr>
              <a:t>行前會議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46320"/>
            <a:ext cx="1828800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6858000" cy="3474720"/>
          </a:xfrm>
          <a:prstGeom prst="roundRect">
            <a:avLst>
              <a:gd name="adj" fmla="val 5000"/>
            </a:avLst>
          </a:prstGeom>
          <a:solidFill>
            <a:srgbClr val="FFFFF8"/>
          </a:solidFill>
          <a:ln w="12700">
            <a:solidFill>
              <a:srgbClr val="D2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E3C"/>
                </a:solidFill>
                <a:latin typeface="Microsoft JhengHei"/>
              </a:rPr>
              <a:t>會議時間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115年6月18日(星期四)  上午8時20分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80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E3C"/>
                </a:solidFill>
                <a:latin typeface="Microsoft JhengHei"/>
              </a:rPr>
              <a:t>會議地點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本府行政大樓27樓東側2701會議室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812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E3C"/>
                </a:solidFill>
                <a:latin typeface="Microsoft JhengHei"/>
              </a:rPr>
              <a:t>主 持 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70866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黃德清 參事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8032" cy="914400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8032" cy="100584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JhengHei"/>
              </a:rPr>
              <a:t>評鑑小組成員與參與矩陣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專家學者與跨局處專業代表共同組成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266944" cy="685800"/>
          </a:xfrm>
          <a:prstGeom prst="roundRect">
            <a:avLst>
              <a:gd name="adj" fmla="val 5000"/>
            </a:avLst>
          </a:prstGeom>
          <a:solidFill>
            <a:srgbClr val="8B5E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3163824" cy="685800"/>
          </a:xfrm>
          <a:prstGeom prst="roundRect">
            <a:avLst>
              <a:gd name="adj" fmla="val 5000"/>
            </a:avLst>
          </a:prstGeom>
          <a:solidFill>
            <a:srgbClr val="5C332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3533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委員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188720"/>
            <a:ext cx="3163824" cy="685800"/>
          </a:xfrm>
          <a:prstGeom prst="roundRect">
            <a:avLst>
              <a:gd name="adj" fmla="val 5000"/>
            </a:avLst>
          </a:prstGeom>
          <a:solidFill>
            <a:srgbClr val="6B8E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19" y="13533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上午：體育局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0" y="1188720"/>
            <a:ext cx="3163824" cy="685800"/>
          </a:xfrm>
          <a:prstGeom prst="roundRect">
            <a:avLst>
              <a:gd name="adj" fmla="val 5000"/>
            </a:avLst>
          </a:prstGeom>
          <a:solidFill>
            <a:srgbClr val="4A6F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19" y="13533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下午：動保處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01951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0253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召集人：黃德清 參事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0195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68312" y="1993391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6" y="196596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90195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68711" y="1993391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3576" y="196596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496311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59689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教授：國立臺北大學 呂育誠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49631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68312" y="2587751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23176" y="256032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249631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68711" y="2587751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3576" y="256032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090671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19125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教授：國立體育大學 葉公鼎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309067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68312" y="3182111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23176" y="315467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309067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" y="368503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785615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教授：國立臺南大學 吳宗憲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0" y="368503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69680" y="368503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68711" y="3776472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23576" y="374903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27939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37997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專委：本府財政局 王世英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0" y="427939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68312" y="4370832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23176" y="434340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427939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68711" y="4370832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23576" y="434340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87375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97433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專委：本府主計處 邱淑美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0" y="487375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8312" y="4965192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23176" y="493775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69680" y="487375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268711" y="4965192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23576" y="493775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546811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56869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主秘：本府研考會 王瑞玲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0" y="546811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869680" y="546811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268711" y="5559552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23576" y="553212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606247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6163055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專委：本府研考會 柯雅娟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0" y="606247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8312" y="6153912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23176" y="612647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0" y="606247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" y="665683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675741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副處長：本府人事處 洪久雅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69280" y="665683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068312" y="6748272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23176" y="672084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869680" y="665683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268711" y="6748272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23576" y="672084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